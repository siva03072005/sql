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81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28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27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3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7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94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2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86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8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69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24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9072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273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37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685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888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5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7147130-3366-40B4-8B7E-A09F3656650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8636F-F695-4687-8FCF-CF1AF0FB0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080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4FA2-450E-E2C9-F73B-21C34C49B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3"/>
            <a:ext cx="10515600" cy="963560"/>
          </a:xfrm>
        </p:spPr>
        <p:txBody>
          <a:bodyPr>
            <a:normAutofit/>
          </a:bodyPr>
          <a:lstStyle/>
          <a:p>
            <a:r>
              <a:rPr lang="en-IN" sz="2800" dirty="0"/>
              <a:t>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A728-D39D-F10A-9533-61837D764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819"/>
            <a:ext cx="10515600" cy="45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city library maintains information about its branches, employees, customers, and books.</a:t>
            </a:r>
          </a:p>
          <a:p>
            <a:pPr marL="0" indent="0">
              <a:buNone/>
            </a:pPr>
            <a:r>
              <a:rPr lang="en-US" sz="2400" dirty="0"/>
              <a:t>Each branch has a manager and contact details. Employees work in different branches with specific roles and salaries.</a:t>
            </a:r>
          </a:p>
          <a:p>
            <a:pPr marL="0" indent="0">
              <a:buNone/>
            </a:pPr>
            <a:r>
              <a:rPr lang="en-US" sz="2400" dirty="0"/>
              <a:t>Customers register to borrow books, and books are categorized with rental prices and availability status.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771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C72D6C-001C-1601-07DE-E03621BC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71"/>
            <a:ext cx="10515600" cy="639097"/>
          </a:xfrm>
        </p:spPr>
        <p:txBody>
          <a:bodyPr>
            <a:normAutofit/>
          </a:bodyPr>
          <a:lstStyle/>
          <a:p>
            <a:r>
              <a:rPr lang="en-US" sz="3100" dirty="0"/>
              <a:t>1.</a:t>
            </a:r>
            <a:r>
              <a:rPr lang="en-US" sz="2800" dirty="0"/>
              <a:t>Display all available books for rent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6021A4-46F4-5D2F-4772-25A7AB14F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68361"/>
            <a:ext cx="5181600" cy="4908602"/>
          </a:xfrm>
        </p:spPr>
        <p:txBody>
          <a:bodyPr/>
          <a:lstStyle/>
          <a:p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688BE2-BC1B-AEB3-3B21-3C007E164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9871"/>
            <a:ext cx="5181600" cy="49970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34946-5E9F-D28C-2F3F-2059E1C1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236" y="2310581"/>
            <a:ext cx="2939311" cy="29414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2D493-0184-9D85-3D0D-BB953D72D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317" y="2152326"/>
            <a:ext cx="4410180" cy="25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57A0-7112-EF38-4A90-77A6ABA3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78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2.List employees in descending order of salary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15572-827E-6196-998A-6C14F78C1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8697"/>
            <a:ext cx="5181600" cy="49282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05D7D-4CFE-72A4-4A78-B43E864B4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9871"/>
            <a:ext cx="5181600" cy="499709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6A35B-3C7B-199A-15A2-334BD3CD2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1536"/>
            <a:ext cx="4127885" cy="1692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33D684-29D9-9F49-1878-D6E732AC4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64" y="2073136"/>
            <a:ext cx="3114603" cy="328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8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EA9C-D9CA-2827-25AF-16164BFA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/>
          </a:bodyPr>
          <a:lstStyle/>
          <a:p>
            <a:r>
              <a:rPr lang="en-US" sz="2800" dirty="0"/>
              <a:t>3. Count number of books in each category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590D-E58D-8052-1849-0E1C91A70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25677"/>
            <a:ext cx="5181600" cy="47512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223D0-83E6-5EDD-498D-7FE2402E8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9517" y="1425676"/>
            <a:ext cx="5181600" cy="44343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D34EAA-C2A5-87C5-AB08-9E48CB693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07" y="2210120"/>
            <a:ext cx="3247496" cy="18014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E18B4-5A47-EB92-5736-000F83B84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78" y="2187996"/>
            <a:ext cx="3710009" cy="202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4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3CF3-E0AA-8096-6629-D0DF50F5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/>
          </a:bodyPr>
          <a:lstStyle/>
          <a:p>
            <a:r>
              <a:rPr lang="en-US" sz="2800" dirty="0"/>
              <a:t>4. Find employees earning more than ₹50,000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F1C93-3622-59E3-B974-9D2F2B56C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3665"/>
            <a:ext cx="5181600" cy="46332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B1601-DAE7-31B0-2EEF-CC8695817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3665"/>
            <a:ext cx="5181600" cy="46332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8B834-DB49-F429-7805-E01530A7E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55" y="2238870"/>
            <a:ext cx="2385268" cy="2506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F01AD8-8E98-F191-0F46-CFBE0338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94" y="2379826"/>
            <a:ext cx="3595571" cy="3106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2534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647D-6BC2-F7F8-12EA-6E786582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/>
          </a:bodyPr>
          <a:lstStyle/>
          <a:p>
            <a:r>
              <a:rPr lang="en-US" sz="2800" dirty="0"/>
              <a:t>5.Display customers registered customer_id before C101 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1DDBD-59DE-3031-5338-7CA795468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91C10-5ABF-BC7C-17F1-EAF404E779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B6FD3-FDAF-B65A-121D-647A08D6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57" y="2541560"/>
            <a:ext cx="2911092" cy="1764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BF0A3C-306E-7266-7197-2B4006107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581" y="2465119"/>
            <a:ext cx="2889032" cy="311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9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F013-712B-EC6B-40F1-C9F983ED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1791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6. Count number of employees working in each branch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A6ACF-A1AB-3E37-F0BA-FA74FE60E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99535"/>
            <a:ext cx="5181600" cy="49774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6D362-1B19-5ADD-DD6B-DA02F225B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99535"/>
            <a:ext cx="5181600" cy="49774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6B380-4ACC-3C80-B354-550103D0C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21" y="2262958"/>
            <a:ext cx="3015319" cy="2505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C49C0A-55F4-E844-D615-3368568EF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953" y="2385395"/>
            <a:ext cx="4703142" cy="19309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4664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45C7-4549-61CB-2F7F-DABC4922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7. Find branches having more than 2 employees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CF88-C073-A2E1-986C-EECE5D40F2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8281D-F17E-F071-092D-EF29C9BF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6562" y="1690688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4653C9-DD71-0E2B-4A6A-EBFB0E22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79031"/>
            <a:ext cx="3397375" cy="2264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3D9A1C-C006-3CE6-D61F-D28342D5A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2551390"/>
            <a:ext cx="3939111" cy="19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6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7847-5C71-00F2-00A9-77AAE30C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8. Display employee name with their branch manager (INNER JOIN)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D948-14A7-55BC-E742-EF3E4242C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2555"/>
            <a:ext cx="9898626" cy="188819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B592F-3DD3-AC6A-6D4B-B738C44B7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2324" y="3700576"/>
            <a:ext cx="9694501" cy="25527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A4BFB-B86E-F861-8161-92957E447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491" y="2082300"/>
            <a:ext cx="9984869" cy="1346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B241D4-46BF-79A7-0014-49F41E2B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885" y="4417024"/>
            <a:ext cx="6534534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5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957B-9779-BDE2-98D1-B3A5DB2D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/>
          </a:bodyPr>
          <a:lstStyle/>
          <a:p>
            <a:r>
              <a:rPr lang="en-US" sz="2800" dirty="0"/>
              <a:t>9. Find maximum and minimum salary by job position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FC17-B24C-8C14-2CAD-E3D0BE661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5342"/>
            <a:ext cx="5181600" cy="47316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6095C-8CB8-80A5-3287-21DC03222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8342" y="1445342"/>
            <a:ext cx="5181600" cy="44343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823328-6889-5A16-113E-37609D083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25" y="2076892"/>
            <a:ext cx="4338823" cy="2323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D6AFE4-50EB-34E2-3790-BFFBEDD40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84" y="2155550"/>
            <a:ext cx="4216611" cy="210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52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61A5-42DA-A075-6F91-9948D7E4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US" sz="2800" dirty="0"/>
              <a:t>10. Calculate average rental price of books by category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CCEE1-F5B1-DF68-8DFD-B01778C522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36BDD-5012-AA16-FE13-185CA89F42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84D71E-7075-3FC2-0AF7-874385075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37" y="2576231"/>
            <a:ext cx="4598889" cy="2792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E3ADB-4B32-F897-F060-FAA9D39E7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99" y="2432949"/>
            <a:ext cx="5035251" cy="261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3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0945-C78B-8996-9529-4F5E8AF1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/>
          </a:bodyPr>
          <a:lstStyle/>
          <a:p>
            <a:r>
              <a:rPr lang="en-US" sz="2800" dirty="0"/>
              <a:t>11. Assign discount to customers based on registration date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9150F-6502-7699-FE96-8CC119B55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8026"/>
            <a:ext cx="5181600" cy="48889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C33A3-95FB-8249-97A9-C26694789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125" y="142250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07ACF-01BE-0879-A0EA-E8B732411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25" y="1863293"/>
            <a:ext cx="4230127" cy="3131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793EE8-469C-3DD9-648E-0AFBFC56B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806" y="2016513"/>
            <a:ext cx="4798202" cy="297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9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8379-BA81-6FC6-F95D-3E7095110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/>
          </a:bodyPr>
          <a:lstStyle/>
          <a:p>
            <a:r>
              <a:rPr lang="en-US" sz="2800" dirty="0"/>
              <a:t>12. Stored Procedure Scenario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0A3F0-2D6A-91F2-3619-EC8602743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7523"/>
            <a:ext cx="5181600" cy="48594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8BC26-4702-1196-8AE3-A0261D017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17523"/>
            <a:ext cx="5181600" cy="48594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@level;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CE29F-8478-6D77-D8BF-6A79BEDA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6" y="1768067"/>
            <a:ext cx="4701947" cy="43279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63A30C-7CCB-C03A-D54C-30EE59E04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39" y="3831044"/>
            <a:ext cx="2220377" cy="112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5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96DF-269B-8306-9D04-7E08459F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13. Create an index on employee name to speed up searches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A3315-0DF0-056D-50B5-3BE443F43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5007"/>
            <a:ext cx="9967452" cy="21041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2D244-F28F-BD97-07B6-5E4EE072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594" y="3923072"/>
            <a:ext cx="9872812" cy="19639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86D61-766B-DCAA-006B-D6E5D4FEE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099" y="2379000"/>
            <a:ext cx="4577275" cy="105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5F6E37-791D-28EE-093B-28F99BCDE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099" y="4573570"/>
            <a:ext cx="9777307" cy="96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40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A09C-B2C6-6468-A3E5-A8338AC87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1406"/>
          </a:xfrm>
        </p:spPr>
        <p:txBody>
          <a:bodyPr/>
          <a:lstStyle/>
          <a:p>
            <a:r>
              <a:rPr lang="en-US" sz="2800" dirty="0"/>
              <a:t>14.Expain Author in J.D.Salinger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5EF2-9C61-F7FA-5E03-947905B13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6994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CE62-447F-FF7B-3CE7-D23619109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4582241"/>
            <a:ext cx="10232923" cy="19106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F9B9C-699D-6620-14EA-DE39DF2AE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70" y="1839265"/>
            <a:ext cx="4182119" cy="2487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6C487E-70CA-33F0-F013-D87CC1D22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96384"/>
            <a:ext cx="9514573" cy="5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5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50CA-1737-4B63-38C2-61180A47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/>
          <a:lstStyle/>
          <a:p>
            <a:r>
              <a:rPr lang="en-US" sz="2800" dirty="0"/>
              <a:t>15. Create a VIEW for high-salary employees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F6B07-EC1A-CADC-0EE5-481259F45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86348"/>
            <a:ext cx="5181600" cy="47906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28C0-5B1F-5778-C94F-8189020A4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86348"/>
            <a:ext cx="5181600" cy="47906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A530A-92FD-2468-0FD7-014D89978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99" y="2076118"/>
            <a:ext cx="4662479" cy="2633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EEA97A-FFE4-927A-24D0-D78107945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67222"/>
            <a:ext cx="4225073" cy="206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36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0E7AD1-2454-57E3-F3DD-A6FA91539710}"/>
              </a:ext>
            </a:extLst>
          </p:cNvPr>
          <p:cNvSpPr txBox="1"/>
          <p:nvPr/>
        </p:nvSpPr>
        <p:spPr>
          <a:xfrm>
            <a:off x="717755" y="199804"/>
            <a:ext cx="842624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i="1" u="sng" dirty="0"/>
              <a:t>CONCLUSION</a:t>
            </a:r>
          </a:p>
          <a:p>
            <a:endParaRPr lang="en-IN" dirty="0"/>
          </a:p>
          <a:p>
            <a:r>
              <a:rPr lang="en-IN" dirty="0"/>
              <a:t>This scenario covers:</a:t>
            </a:r>
          </a:p>
          <a:p>
            <a:endParaRPr lang="en-IN" dirty="0"/>
          </a:p>
          <a:p>
            <a:r>
              <a:rPr lang="en-IN" dirty="0"/>
              <a:t>DDL (CREATE, DROP)</a:t>
            </a:r>
          </a:p>
          <a:p>
            <a:endParaRPr lang="en-IN" dirty="0"/>
          </a:p>
          <a:p>
            <a:r>
              <a:rPr lang="en-IN" dirty="0"/>
              <a:t>DML (INSERT, SELECT)</a:t>
            </a:r>
          </a:p>
          <a:p>
            <a:endParaRPr lang="en-IN" dirty="0"/>
          </a:p>
          <a:p>
            <a:r>
              <a:rPr lang="en-IN" dirty="0"/>
              <a:t>JOINS</a:t>
            </a:r>
          </a:p>
          <a:p>
            <a:endParaRPr lang="en-IN" dirty="0"/>
          </a:p>
          <a:p>
            <a:r>
              <a:rPr lang="en-IN" dirty="0"/>
              <a:t>AGGREGATE FUNCTIONS</a:t>
            </a:r>
          </a:p>
          <a:p>
            <a:endParaRPr lang="en-IN" dirty="0"/>
          </a:p>
          <a:p>
            <a:r>
              <a:rPr lang="en-IN" dirty="0"/>
              <a:t>GROUP BY &amp; HAVING</a:t>
            </a:r>
          </a:p>
          <a:p>
            <a:endParaRPr lang="en-IN" dirty="0"/>
          </a:p>
          <a:p>
            <a:r>
              <a:rPr lang="en-IN" dirty="0"/>
              <a:t>CASE</a:t>
            </a:r>
          </a:p>
          <a:p>
            <a:endParaRPr lang="en-IN" dirty="0"/>
          </a:p>
          <a:p>
            <a:r>
              <a:rPr lang="en-IN" dirty="0"/>
              <a:t>VIEW</a:t>
            </a:r>
          </a:p>
          <a:p>
            <a:endParaRPr lang="en-IN" dirty="0"/>
          </a:p>
          <a:p>
            <a:r>
              <a:rPr lang="en-IN" dirty="0"/>
              <a:t>INDEX</a:t>
            </a:r>
          </a:p>
          <a:p>
            <a:endParaRPr lang="en-IN" dirty="0"/>
          </a:p>
          <a:p>
            <a:r>
              <a:rPr lang="en-IN" dirty="0"/>
              <a:t>STORED PROCEDURE</a:t>
            </a:r>
          </a:p>
          <a:p>
            <a:endParaRPr lang="en-IN" dirty="0"/>
          </a:p>
          <a:p>
            <a:r>
              <a:rPr lang="en-IN" dirty="0"/>
              <a:t>Perfect for DBMS lab, practical exam, viva, or mini-project </a:t>
            </a:r>
          </a:p>
        </p:txBody>
      </p:sp>
    </p:spTree>
    <p:extLst>
      <p:ext uri="{BB962C8B-B14F-4D97-AF65-F5344CB8AC3E}">
        <p14:creationId xmlns:p14="http://schemas.microsoft.com/office/powerpoint/2010/main" val="210006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Slide for Technology Presentation - SlideModel">
            <a:extLst>
              <a:ext uri="{FF2B5EF4-FFF2-40B4-BE49-F238E27FC236}">
                <a16:creationId xmlns:a16="http://schemas.microsoft.com/office/drawing/2014/main" id="{FB5C6A3F-4FB9-24CB-F407-62B654377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55" y="989813"/>
            <a:ext cx="9448800" cy="497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017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54</TotalTime>
  <Words>274</Words>
  <Application>Microsoft Office PowerPoint</Application>
  <PresentationFormat>Widescreen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</vt:lpstr>
      <vt:lpstr>LIBRARY MANAGEMENT SYSTEM</vt:lpstr>
      <vt:lpstr>1.Display all available books for rent</vt:lpstr>
      <vt:lpstr>2.List employees in descending order of salary</vt:lpstr>
      <vt:lpstr>3. Count number of books in each category</vt:lpstr>
      <vt:lpstr>4. Find employees earning more than ₹50,000</vt:lpstr>
      <vt:lpstr>5.Display customers registered customer_id before C101 </vt:lpstr>
      <vt:lpstr>6. Count number of employees working in each branch</vt:lpstr>
      <vt:lpstr>7. Find branches having more than 2 employees</vt:lpstr>
      <vt:lpstr>8. Display employee name with their branch manager (INNER JOIN)</vt:lpstr>
      <vt:lpstr>9. Find maximum and minimum salary by job position</vt:lpstr>
      <vt:lpstr>10. Calculate average rental price of books by category</vt:lpstr>
      <vt:lpstr>11. Assign discount to customers based on registration date</vt:lpstr>
      <vt:lpstr>12. Stored Procedure Scenario</vt:lpstr>
      <vt:lpstr>13. Create an index on employee name to speed up searches</vt:lpstr>
      <vt:lpstr>14.Expain Author in J.D.Salinger </vt:lpstr>
      <vt:lpstr>15. Create a VIEW for high-salary employees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g</dc:creator>
  <cp:lastModifiedBy>siva g</cp:lastModifiedBy>
  <cp:revision>4</cp:revision>
  <dcterms:created xsi:type="dcterms:W3CDTF">2026-02-07T11:25:48Z</dcterms:created>
  <dcterms:modified xsi:type="dcterms:W3CDTF">2026-02-07T12:20:44Z</dcterms:modified>
</cp:coreProperties>
</file>